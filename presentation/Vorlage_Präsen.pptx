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57" r:id="rId1"/>
  </p:sldMasterIdLst>
  <p:notesMasterIdLst>
    <p:notesMasterId r:id="rId4"/>
  </p:notesMasterIdLst>
  <p:handoutMasterIdLst>
    <p:handoutMasterId r:id="rId5"/>
  </p:handoutMasterIdLst>
  <p:sldIdLst>
    <p:sldId id="262" r:id="rId2"/>
    <p:sldId id="281" r:id="rId3"/>
  </p:sldIdLst>
  <p:sldSz cx="12192000" cy="6858000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ael Bode" initials="MB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B397"/>
    <a:srgbClr val="00509B"/>
    <a:srgbClr val="C5E98B"/>
    <a:srgbClr val="86C225"/>
    <a:srgbClr val="67C758"/>
    <a:srgbClr val="0C1D0A"/>
    <a:srgbClr val="81E507"/>
    <a:srgbClr val="D4D903"/>
    <a:srgbClr val="DBDE56"/>
    <a:srgbClr val="99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ittlere Formatvorlage 1 - Akz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3487" autoAdjust="0"/>
  </p:normalViewPr>
  <p:slideViewPr>
    <p:cSldViewPr snapToGrid="0" showGuides="1">
      <p:cViewPr varScale="1">
        <p:scale>
          <a:sx n="120" d="100"/>
          <a:sy n="120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0" d="100"/>
          <a:sy n="80" d="100"/>
        </p:scale>
        <p:origin x="280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defTabSz="950913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algn="r" defTabSz="950913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75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defTabSz="950913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75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algn="r" defTabSz="950913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44E925E-087F-4B9F-8F8B-C083727A122E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404013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defTabSz="950913" eaLnBrk="1" hangingPunct="1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algn="r" defTabSz="950913" eaLnBrk="1" hangingPunct="1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1288" y="768350"/>
            <a:ext cx="681831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2513"/>
            <a:ext cx="5207000" cy="4605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Klicken Sie, um die Formate des Vorlagentextes zu bearbeiten</a:t>
            </a:r>
          </a:p>
          <a:p>
            <a:pPr lvl="1"/>
            <a:r>
              <a:rPr lang="de-DE" altLang="de-DE" noProof="0"/>
              <a:t>Zweite Ebene</a:t>
            </a:r>
          </a:p>
          <a:p>
            <a:pPr lvl="2"/>
            <a:r>
              <a:rPr lang="de-DE" altLang="de-DE" noProof="0"/>
              <a:t>Dritte Ebene</a:t>
            </a:r>
          </a:p>
          <a:p>
            <a:pPr lvl="3"/>
            <a:r>
              <a:rPr lang="de-DE" altLang="de-DE" noProof="0"/>
              <a:t>Vierte Ebene</a:t>
            </a:r>
          </a:p>
          <a:p>
            <a:pPr lvl="4"/>
            <a:r>
              <a:rPr lang="de-DE" altLang="de-DE" noProof="0"/>
              <a:t>Fünfte Ebene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defTabSz="950913" eaLnBrk="1" hangingPunct="1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algn="r" defTabSz="950913" eaLnBrk="1" hangingPunct="1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4ACD6F2-185F-479D-AA4D-9B9F33231B60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749919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tiff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E532C7-BBD7-4BCB-982B-22C95D7A8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AFF6491-3AE4-4BBA-BE2F-ADBA1E17A0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45A516-0C90-494F-9E60-3F2FBF1F3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7233548-9830-4F75-8DEC-1E2EA941D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A1FD9D-5745-47B5-A4BA-6D041D818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1D96FB-0437-4C8E-AF4A-1A41D153C3B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47858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64A13-D0E5-46E6-9BC3-5C529B07A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DEF4F7-1C2D-4B56-BD83-44FBD9194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6E04D8-DB2C-412F-92C3-E4F78A31A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E58F30-0E24-4FA7-B4C9-8244AD916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C5CAE1A-B76C-465E-BC45-8F2151363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ECE51-723D-4861-A90F-0AE485ACC7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0835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DD4D57-A691-433C-BB89-F5DBC6036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34557FF-E591-4660-ABF6-E35FD685C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F433F1-8BB3-4313-BC23-6D06A73B3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474FFB-CBD0-4346-9C85-C38B536A3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8449BF-383E-4380-9121-E03613C40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ECE51-723D-4861-A90F-0AE485ACC7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9003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1EC9EA-2881-4029-BBB7-6DD631367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0ECC1D-F06C-4EBC-A517-0C06CA2EC3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065CC7E-332E-4819-B500-A1A18F2F8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1B5C57-8B81-4B93-814F-E5D5C93EF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188D498-0332-4693-A25C-9763868F5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DE3B0C-E1B5-41C5-8F8F-7B6AEC6E4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ECE51-723D-4861-A90F-0AE485ACC7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9501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F6626A-DB1C-46AB-BC8B-2550027F1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D17380-D6F7-42D4-A77A-92C860DDE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5CD0258-5E05-4ABB-AF45-FE8B10897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8243070-9BF7-4BCB-9F76-56A50DCF43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5B7994C-BFD1-4103-8D51-B1011F564D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728B7C0-A679-4F89-9376-EB4691B7A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E098805-0819-4113-9EEC-36404B987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3FCE357-1A59-41A8-9162-CD3655E1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ECE51-723D-4861-A90F-0AE485ACC7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084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C1A20D-8EB3-4D16-B29C-CE50B4A91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B0A5623-C8C9-4463-83E3-9BCA19A7E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DAC0CAB-3CC6-48B2-8804-17B2FDC32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11B4C48-6B1B-4180-A1D4-E656995FD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ECE51-723D-4861-A90F-0AE485ACC7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0713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1DB7DB8-B7D0-459C-87CC-7F523992A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AE90E8-8994-430B-80EA-F2D0A0BDB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B762E74-33BC-4D19-A698-D9AE42B41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ECE51-723D-4861-A90F-0AE485ACC7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7781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AB767E-727C-4700-876E-7B780ABA9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163A55-6B3A-43CF-A945-3A8D2F005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DFE5666-AD0D-4BEE-9848-CB5D75A94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CD3A760-1BE9-4B29-A035-D26BBA1B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82E27F7-4FE8-4A84-825B-C4288F7F0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0661641-3ECD-4B99-B7D7-3B39B33F6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ECE51-723D-4861-A90F-0AE485ACC7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5042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3875E1-8095-47A8-9DD4-8FCAA0CA3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3AD61EC-3FE2-4EA5-BA82-35FE62239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8C2845-07CE-4871-B237-F3D8A5C07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557BCC8-3910-4028-82D5-CB8753FFD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6D9447E-F74F-474D-BEB8-607DE7110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DCC5CF6-CFC4-40F5-AB48-E70A5D2CB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ECE51-723D-4861-A90F-0AE485ACC7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6647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07458D-26AB-4419-B5C2-D87307850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F6441BC-7F52-468D-97FC-D48695F4EF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0C8A6B-D805-44EF-B40B-0C26602FA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D4E26E-EFF4-4A3F-BA05-416106594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FBFB579-724D-429E-9623-F50644BE3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ECE51-723D-4861-A90F-0AE485ACC7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801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0D0BF51-BB4B-41CD-B5B0-870283911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70A8C13-8052-4BE9-813D-464CB918A5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72D41B-D7B7-4FF2-B7A2-D560D09D1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122EEA9-82F5-4BB9-BF8B-BE829081C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9DEA18-F19F-4BA5-A5C5-3D9BA2341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ECE51-723D-4861-A90F-0AE485ACC7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0087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02"/>
          <a:stretch/>
        </p:blipFill>
        <p:spPr>
          <a:xfrm flipH="1">
            <a:off x="6942210" y="-2761"/>
            <a:ext cx="5249787" cy="4480615"/>
          </a:xfrm>
          <a:prstGeom prst="rect">
            <a:avLst/>
          </a:prstGeom>
        </p:spPr>
      </p:pic>
      <p:sp>
        <p:nvSpPr>
          <p:cNvPr id="12" name="Rechteck 4"/>
          <p:cNvSpPr/>
          <p:nvPr userDrawn="1"/>
        </p:nvSpPr>
        <p:spPr>
          <a:xfrm>
            <a:off x="0" y="-12700"/>
            <a:ext cx="8610600" cy="6870700"/>
          </a:xfrm>
          <a:custGeom>
            <a:avLst/>
            <a:gdLst>
              <a:gd name="connsiteX0" fmla="*/ 0 w 2882900"/>
              <a:gd name="connsiteY0" fmla="*/ 0 h 6858000"/>
              <a:gd name="connsiteX1" fmla="*/ 2882900 w 2882900"/>
              <a:gd name="connsiteY1" fmla="*/ 0 h 6858000"/>
              <a:gd name="connsiteX2" fmla="*/ 2882900 w 2882900"/>
              <a:gd name="connsiteY2" fmla="*/ 6858000 h 6858000"/>
              <a:gd name="connsiteX3" fmla="*/ 0 w 2882900"/>
              <a:gd name="connsiteY3" fmla="*/ 6858000 h 6858000"/>
              <a:gd name="connsiteX4" fmla="*/ 0 w 2882900"/>
              <a:gd name="connsiteY4" fmla="*/ 0 h 6858000"/>
              <a:gd name="connsiteX0" fmla="*/ 0 w 5791200"/>
              <a:gd name="connsiteY0" fmla="*/ 0 h 6858000"/>
              <a:gd name="connsiteX1" fmla="*/ 5791200 w 5791200"/>
              <a:gd name="connsiteY1" fmla="*/ 25400 h 6858000"/>
              <a:gd name="connsiteX2" fmla="*/ 2882900 w 5791200"/>
              <a:gd name="connsiteY2" fmla="*/ 6858000 h 6858000"/>
              <a:gd name="connsiteX3" fmla="*/ 0 w 5791200"/>
              <a:gd name="connsiteY3" fmla="*/ 6858000 h 6858000"/>
              <a:gd name="connsiteX4" fmla="*/ 0 w 5791200"/>
              <a:gd name="connsiteY4" fmla="*/ 0 h 6858000"/>
              <a:gd name="connsiteX0" fmla="*/ 0 w 5791200"/>
              <a:gd name="connsiteY0" fmla="*/ 0 h 6858000"/>
              <a:gd name="connsiteX1" fmla="*/ 5791200 w 5791200"/>
              <a:gd name="connsiteY1" fmla="*/ 12700 h 6858000"/>
              <a:gd name="connsiteX2" fmla="*/ 2882900 w 5791200"/>
              <a:gd name="connsiteY2" fmla="*/ 6858000 h 6858000"/>
              <a:gd name="connsiteX3" fmla="*/ 0 w 5791200"/>
              <a:gd name="connsiteY3" fmla="*/ 6858000 h 6858000"/>
              <a:gd name="connsiteX4" fmla="*/ 0 w 5791200"/>
              <a:gd name="connsiteY4" fmla="*/ 0 h 6858000"/>
              <a:gd name="connsiteX0" fmla="*/ 0 w 5791200"/>
              <a:gd name="connsiteY0" fmla="*/ 0 h 6858000"/>
              <a:gd name="connsiteX1" fmla="*/ 5791200 w 5791200"/>
              <a:gd name="connsiteY1" fmla="*/ 0 h 6858000"/>
              <a:gd name="connsiteX2" fmla="*/ 2882900 w 5791200"/>
              <a:gd name="connsiteY2" fmla="*/ 6858000 h 6858000"/>
              <a:gd name="connsiteX3" fmla="*/ 0 w 5791200"/>
              <a:gd name="connsiteY3" fmla="*/ 6858000 h 6858000"/>
              <a:gd name="connsiteX4" fmla="*/ 0 w 5791200"/>
              <a:gd name="connsiteY4" fmla="*/ 0 h 6858000"/>
              <a:gd name="connsiteX0" fmla="*/ 0 w 7507521"/>
              <a:gd name="connsiteY0" fmla="*/ 12700 h 6870700"/>
              <a:gd name="connsiteX1" fmla="*/ 7507521 w 7507521"/>
              <a:gd name="connsiteY1" fmla="*/ 0 h 6870700"/>
              <a:gd name="connsiteX2" fmla="*/ 2882900 w 7507521"/>
              <a:gd name="connsiteY2" fmla="*/ 6870700 h 6870700"/>
              <a:gd name="connsiteX3" fmla="*/ 0 w 7507521"/>
              <a:gd name="connsiteY3" fmla="*/ 6870700 h 6870700"/>
              <a:gd name="connsiteX4" fmla="*/ 0 w 7507521"/>
              <a:gd name="connsiteY4" fmla="*/ 12700 h 6870700"/>
              <a:gd name="connsiteX0" fmla="*/ 0 w 7507521"/>
              <a:gd name="connsiteY0" fmla="*/ 12700 h 6870700"/>
              <a:gd name="connsiteX1" fmla="*/ 7507521 w 7507521"/>
              <a:gd name="connsiteY1" fmla="*/ 0 h 6870700"/>
              <a:gd name="connsiteX2" fmla="*/ 5330042 w 7507521"/>
              <a:gd name="connsiteY2" fmla="*/ 6870700 h 6870700"/>
              <a:gd name="connsiteX3" fmla="*/ 0 w 7507521"/>
              <a:gd name="connsiteY3" fmla="*/ 6870700 h 6870700"/>
              <a:gd name="connsiteX4" fmla="*/ 0 w 7507521"/>
              <a:gd name="connsiteY4" fmla="*/ 12700 h 6870700"/>
              <a:gd name="connsiteX0" fmla="*/ 0 w 7507521"/>
              <a:gd name="connsiteY0" fmla="*/ 10318 h 6870700"/>
              <a:gd name="connsiteX1" fmla="*/ 7507521 w 7507521"/>
              <a:gd name="connsiteY1" fmla="*/ 0 h 6870700"/>
              <a:gd name="connsiteX2" fmla="*/ 5330042 w 7507521"/>
              <a:gd name="connsiteY2" fmla="*/ 6870700 h 6870700"/>
              <a:gd name="connsiteX3" fmla="*/ 0 w 7507521"/>
              <a:gd name="connsiteY3" fmla="*/ 6870700 h 6870700"/>
              <a:gd name="connsiteX4" fmla="*/ 0 w 7507521"/>
              <a:gd name="connsiteY4" fmla="*/ 10318 h 687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7521" h="6870700">
                <a:moveTo>
                  <a:pt x="0" y="10318"/>
                </a:moveTo>
                <a:lnTo>
                  <a:pt x="7507521" y="0"/>
                </a:lnTo>
                <a:lnTo>
                  <a:pt x="5330042" y="6870700"/>
                </a:lnTo>
                <a:lnTo>
                  <a:pt x="0" y="6870700"/>
                </a:lnTo>
                <a:lnTo>
                  <a:pt x="0" y="1031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92" y="5703876"/>
            <a:ext cx="864096" cy="821945"/>
          </a:xfrm>
          <a:prstGeom prst="rect">
            <a:avLst/>
          </a:prstGeom>
        </p:spPr>
      </p:pic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5" y="4477854"/>
            <a:ext cx="1275604" cy="1226022"/>
          </a:xfrm>
          <a:prstGeom prst="rect">
            <a:avLst/>
          </a:prstGeom>
        </p:spPr>
      </p:pic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6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374" y="2684390"/>
            <a:ext cx="841298" cy="912461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5488" y="5703876"/>
            <a:ext cx="3468121" cy="1001344"/>
          </a:xfrm>
          <a:prstGeom prst="rect">
            <a:avLst/>
          </a:prstGeom>
        </p:spPr>
      </p:pic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5774" y="5703876"/>
            <a:ext cx="1245620" cy="975671"/>
          </a:xfrm>
          <a:prstGeom prst="rect">
            <a:avLst/>
          </a:prstGeom>
        </p:spPr>
      </p:pic>
      <p:sp>
        <p:nvSpPr>
          <p:cNvPr id="18" name="Textfeld 17"/>
          <p:cNvSpPr txBox="1"/>
          <p:nvPr userDrawn="1"/>
        </p:nvSpPr>
        <p:spPr>
          <a:xfrm>
            <a:off x="1194431" y="4582047"/>
            <a:ext cx="51648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de-DE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Institute </a:t>
            </a:r>
            <a:r>
              <a:rPr lang="de-DE" altLang="de-DE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DE" altLang="de-DE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Multiphase </a:t>
            </a:r>
            <a:r>
              <a:rPr lang="de-DE" altLang="de-DE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Processes</a:t>
            </a:r>
            <a:endParaRPr lang="de-DE" altLang="de-DE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alt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Prof.</a:t>
            </a:r>
            <a:r>
              <a:rPr lang="de-DE" altLang="de-D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alt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h.c. Dr.-Ing. B. Glasmacher, M.Sc.</a:t>
            </a:r>
            <a:endParaRPr lang="de-D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der Universität 1 | Geb. 8143  </a:t>
            </a:r>
            <a:b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30823 Garbsen</a:t>
            </a:r>
          </a:p>
        </p:txBody>
      </p:sp>
      <p:sp>
        <p:nvSpPr>
          <p:cNvPr id="19" name="Textfeld 18"/>
          <p:cNvSpPr txBox="1"/>
          <p:nvPr userDrawn="1"/>
        </p:nvSpPr>
        <p:spPr>
          <a:xfrm>
            <a:off x="1194430" y="5903195"/>
            <a:ext cx="33493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altLang="de-DE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www.imp.uni-hannover.de</a:t>
            </a:r>
            <a:endParaRPr lang="de-D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Grafik 19"/>
          <p:cNvPicPr>
            <a:picLocks noChangeAspect="1"/>
          </p:cNvPicPr>
          <p:nvPr userDrawn="1"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349281" y="3866366"/>
            <a:ext cx="664168" cy="484479"/>
          </a:xfrm>
          <a:prstGeom prst="rect">
            <a:avLst/>
          </a:prstGeom>
        </p:spPr>
      </p:pic>
      <p:cxnSp>
        <p:nvCxnSpPr>
          <p:cNvPr id="10" name="Gerader Verbinder 9"/>
          <p:cNvCxnSpPr/>
          <p:nvPr userDrawn="1"/>
        </p:nvCxnSpPr>
        <p:spPr bwMode="auto">
          <a:xfrm>
            <a:off x="0" y="2120900"/>
            <a:ext cx="71120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Textplatzhalter 27"/>
          <p:cNvSpPr>
            <a:spLocks noGrp="1"/>
          </p:cNvSpPr>
          <p:nvPr>
            <p:ph type="body" sz="quarter" idx="15" hasCustomPrompt="1"/>
          </p:nvPr>
        </p:nvSpPr>
        <p:spPr>
          <a:xfrm>
            <a:off x="234692" y="177599"/>
            <a:ext cx="7740908" cy="12315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&lt; Titel der Arbeit &gt;</a:t>
            </a:r>
          </a:p>
        </p:txBody>
      </p:sp>
      <p:sp>
        <p:nvSpPr>
          <p:cNvPr id="29" name="Textplatzhalter 27"/>
          <p:cNvSpPr>
            <a:spLocks noGrp="1"/>
          </p:cNvSpPr>
          <p:nvPr>
            <p:ph type="body" sz="quarter" idx="16" hasCustomPrompt="1"/>
          </p:nvPr>
        </p:nvSpPr>
        <p:spPr>
          <a:xfrm>
            <a:off x="234692" y="1560491"/>
            <a:ext cx="3956308" cy="434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&lt; Art der Arbeit &gt;</a:t>
            </a:r>
          </a:p>
        </p:txBody>
      </p:sp>
      <p:sp>
        <p:nvSpPr>
          <p:cNvPr id="30" name="Textplatzhalter 27"/>
          <p:cNvSpPr>
            <a:spLocks noGrp="1"/>
          </p:cNvSpPr>
          <p:nvPr>
            <p:ph type="body" sz="quarter" idx="17" hasCustomPrompt="1"/>
          </p:nvPr>
        </p:nvSpPr>
        <p:spPr>
          <a:xfrm>
            <a:off x="4864446" y="1574715"/>
            <a:ext cx="2707024" cy="43447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/>
            </a:lvl1pPr>
          </a:lstStyle>
          <a:p>
            <a:pPr lvl="0"/>
            <a:r>
              <a:rPr lang="de-DE" dirty="0"/>
              <a:t>&lt; Datum &gt;</a:t>
            </a:r>
          </a:p>
        </p:txBody>
      </p:sp>
      <p:sp>
        <p:nvSpPr>
          <p:cNvPr id="31" name="Textplatzhalter 27"/>
          <p:cNvSpPr>
            <a:spLocks noGrp="1"/>
          </p:cNvSpPr>
          <p:nvPr>
            <p:ph type="body" sz="quarter" idx="18" hasCustomPrompt="1"/>
          </p:nvPr>
        </p:nvSpPr>
        <p:spPr>
          <a:xfrm>
            <a:off x="1194430" y="2936083"/>
            <a:ext cx="3956308" cy="434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de-DE" dirty="0"/>
              <a:t>&lt; Vortragender &gt;</a:t>
            </a:r>
          </a:p>
        </p:txBody>
      </p:sp>
      <p:sp>
        <p:nvSpPr>
          <p:cNvPr id="32" name="Textplatzhalter 27"/>
          <p:cNvSpPr>
            <a:spLocks noGrp="1"/>
          </p:cNvSpPr>
          <p:nvPr>
            <p:ph type="body" sz="quarter" idx="19" hasCustomPrompt="1"/>
          </p:nvPr>
        </p:nvSpPr>
        <p:spPr>
          <a:xfrm>
            <a:off x="1194430" y="3890638"/>
            <a:ext cx="3956308" cy="4344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&lt; Betreuer &gt;</a:t>
            </a:r>
          </a:p>
        </p:txBody>
      </p:sp>
    </p:spTree>
    <p:extLst>
      <p:ext uri="{BB962C8B-B14F-4D97-AF65-F5344CB8AC3E}">
        <p14:creationId xmlns:p14="http://schemas.microsoft.com/office/powerpoint/2010/main" val="1376339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 bwMode="auto">
          <a:xfrm>
            <a:off x="0" y="0"/>
            <a:ext cx="12192000" cy="6477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Agfa Rotis Sans Serif" panose="00000400000000000000" pitchFamily="2" charset="0"/>
            </a:endParaRPr>
          </a:p>
        </p:txBody>
      </p:sp>
      <p:sp>
        <p:nvSpPr>
          <p:cNvPr id="7" name="Rechteck 6"/>
          <p:cNvSpPr/>
          <p:nvPr userDrawn="1"/>
        </p:nvSpPr>
        <p:spPr bwMode="auto">
          <a:xfrm>
            <a:off x="0" y="6553200"/>
            <a:ext cx="121920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Agfa Rotis Sans Serif" panose="00000400000000000000" pitchFamily="2" charset="0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700"/>
            <a:ext cx="11280913" cy="62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&lt; Folientitel 32pt &gt;</a:t>
            </a:r>
          </a:p>
        </p:txBody>
      </p:sp>
      <p:sp>
        <p:nvSpPr>
          <p:cNvPr id="10" name="Textplatzhalter 8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540500"/>
            <a:ext cx="11480800" cy="317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de-DE" dirty="0"/>
              <a:t>&lt; Quellen 14pt&gt;</a:t>
            </a:r>
          </a:p>
        </p:txBody>
      </p:sp>
      <p:sp>
        <p:nvSpPr>
          <p:cNvPr id="11" name="Textplatzhalter 8"/>
          <p:cNvSpPr>
            <a:spLocks noGrp="1"/>
          </p:cNvSpPr>
          <p:nvPr>
            <p:ph type="body" sz="quarter" idx="12"/>
          </p:nvPr>
        </p:nvSpPr>
        <p:spPr>
          <a:xfrm>
            <a:off x="11576050" y="6540500"/>
            <a:ext cx="546100" cy="3175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/>
            </a:lvl1pPr>
          </a:lstStyle>
          <a:p>
            <a:pPr lvl="0"/>
            <a:endParaRPr lang="de-DE" dirty="0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19100" y="1066800"/>
            <a:ext cx="5499100" cy="50927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400"/>
            </a:lvl1pPr>
          </a:lstStyle>
          <a:p>
            <a:pPr lvl="0"/>
            <a:r>
              <a:rPr lang="de-DE" dirty="0"/>
              <a:t>&lt; Zentrales Textfeld 24pt&gt;</a:t>
            </a:r>
          </a:p>
        </p:txBody>
      </p:sp>
      <p:sp>
        <p:nvSpPr>
          <p:cNvPr id="16" name="Inhaltsplatzhalter 15"/>
          <p:cNvSpPr>
            <a:spLocks noGrp="1"/>
          </p:cNvSpPr>
          <p:nvPr>
            <p:ph sz="quarter" idx="14" hasCustomPrompt="1"/>
          </p:nvPr>
        </p:nvSpPr>
        <p:spPr>
          <a:xfrm>
            <a:off x="6273800" y="1066800"/>
            <a:ext cx="5499100" cy="5092700"/>
          </a:xfrm>
          <a:prstGeom prst="rect">
            <a:avLst/>
          </a:prstGeom>
        </p:spPr>
        <p:txBody>
          <a:bodyPr/>
          <a:lstStyle>
            <a:lvl5pPr marL="0" indent="0" algn="ctr">
              <a:buFont typeface="Arial" panose="020B0604020202020204" pitchFamily="34" charset="0"/>
              <a:buNone/>
              <a:defRPr sz="2400"/>
            </a:lvl5pPr>
          </a:lstStyle>
          <a:p>
            <a:pPr lvl="4"/>
            <a:r>
              <a:rPr lang="de-DE" dirty="0"/>
              <a:t> </a:t>
            </a:r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3795" y="29162"/>
            <a:ext cx="697722" cy="54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154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014FB9E-88E7-4056-BDFE-23F170E40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BD5A6F-8C02-4DBD-B47D-4CF908A1A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D6B8456-109E-4130-8866-D2EA3B7316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F820F6-0B10-418B-B099-6E99C16F0A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11D0F8-5E44-4048-8933-296B156C6D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91452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5"/>
          </p:nvPr>
        </p:nvSpPr>
        <p:spPr>
          <a:xfrm>
            <a:off x="234692" y="537284"/>
            <a:ext cx="7740908" cy="1023207"/>
          </a:xfrm>
        </p:spPr>
        <p:txBody>
          <a:bodyPr>
            <a:normAutofit/>
          </a:bodyPr>
          <a:lstStyle/>
          <a:p>
            <a:endParaRPr lang="de-DE" sz="320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7"/>
          </p:nvPr>
        </p:nvSpPr>
        <p:spPr>
          <a:xfrm>
            <a:off x="4864446" y="1563326"/>
            <a:ext cx="2320125" cy="434473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520636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2E9D8EC-7F97-48F8-B555-7B7FEE513C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5D0EBBF-7272-4759-8636-9D2A594ED8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6C3C4A5-932E-4033-9A34-80CF5CF4CF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FCE367E-A347-4F2E-BE8E-AA769516B0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BE55D6B-F27F-4834-A57A-7436D51E5B0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5842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Breitbild</PresentationFormat>
  <Paragraphs>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9" baseType="lpstr">
      <vt:lpstr>Agfa Rotis Sans Serif</vt:lpstr>
      <vt:lpstr>Arial</vt:lpstr>
      <vt:lpstr>Calibri</vt:lpstr>
      <vt:lpstr>Calibri Light</vt:lpstr>
      <vt:lpstr>Times New Roman</vt:lpstr>
      <vt:lpstr>Wingdings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Michael Bode</dc:creator>
  <cp:lastModifiedBy>Tarek Deeb</cp:lastModifiedBy>
  <cp:revision>40</cp:revision>
  <dcterms:created xsi:type="dcterms:W3CDTF">2018-11-28T12:27:44Z</dcterms:created>
  <dcterms:modified xsi:type="dcterms:W3CDTF">2026-03-06T08:08:01Z</dcterms:modified>
</cp:coreProperties>
</file>